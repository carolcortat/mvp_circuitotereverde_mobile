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6b15e77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b6b15e775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