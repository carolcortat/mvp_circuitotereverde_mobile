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0002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4943900" y="8673748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/>
          <p:nvPr/>
        </p:nvSpPr>
        <p:spPr>
          <a:xfrm>
            <a:off x="14943900" y="8725999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5999" cy="90678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2"/>
          <p:cNvSpPr/>
          <p:nvPr/>
        </p:nvSpPr>
        <p:spPr>
          <a:xfrm>
            <a:off x="14943900" y="8752125"/>
            <a:ext cx="1312200" cy="391800"/>
          </a:xfrm>
          <a:prstGeom prst="rect">
            <a:avLst/>
          </a:prstGeom>
          <a:solidFill>
            <a:srgbClr val="F4EB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18638" y="-362775"/>
            <a:ext cx="17693275" cy="986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